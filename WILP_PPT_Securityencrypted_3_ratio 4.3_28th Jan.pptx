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11"/>
    <p:sldId id="259" r:id="rId12"/>
    <p:sldId id="260" r:id="rId13"/>
    <p:sldId id="261" r:id="rId14"/>
    <p:sldId id="262" r:id="rId15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16"/>
    <p:restoredTop sz="94667"/>
  </p:normalViewPr>
  <p:slideViewPr>
    <p:cSldViewPr snapToGrid="0">
      <p:cViewPr varScale="1">
        <p:scale>
          <a:sx n="70" d="100"/>
          <a:sy n="70" d="100"/>
        </p:scale>
        <p:origin x="1915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34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8" name="Shape 34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4.jpeg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F1635D6-F918-E4B0-D8DF-45976B43E5CC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09FF428-FD03-A3ED-E874-F7399C457B5A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493EE98-E537-385E-2051-74DF0B3608DF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DE4627D7-A115-550F-D7B3-42FC43297FF1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9" name="Picture 10" descr="Picture 10">
            <a:extLst>
              <a:ext uri="{FF2B5EF4-FFF2-40B4-BE49-F238E27FC236}">
                <a16:creationId xmlns:a16="http://schemas.microsoft.com/office/drawing/2014/main" id="{D695F453-58E4-7D66-AB7F-98878BD646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2" b="28592"/>
          <a:stretch>
            <a:fillRect/>
          </a:stretch>
        </p:blipFill>
        <p:spPr>
          <a:xfrm>
            <a:off x="76200" y="3352800"/>
            <a:ext cx="2057400" cy="1979614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TextBox 8">
            <a:extLst>
              <a:ext uri="{FF2B5EF4-FFF2-40B4-BE49-F238E27FC236}">
                <a16:creationId xmlns:a16="http://schemas.microsoft.com/office/drawing/2014/main" id="{93711A98-B303-E78D-34AC-04374950E07A}"/>
              </a:ext>
            </a:extLst>
          </p:cNvPr>
          <p:cNvSpPr txBox="1"/>
          <p:nvPr userDrawn="1"/>
        </p:nvSpPr>
        <p:spPr>
          <a:xfrm>
            <a:off x="-30481" y="5257800"/>
            <a:ext cx="2118362" cy="498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2900" b="1" spc="-150"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rPr dirty="0"/>
              <a:t>BITS</a:t>
            </a:r>
            <a:r>
              <a:rPr b="0" dirty="0"/>
              <a:t> </a:t>
            </a:r>
            <a:r>
              <a:rPr b="0" dirty="0" err="1"/>
              <a:t>Pilani</a:t>
            </a:r>
            <a:endParaRPr b="0" dirty="0"/>
          </a:p>
        </p:txBody>
      </p:sp>
      <p:sp>
        <p:nvSpPr>
          <p:cNvPr id="18" name="Title Text"/>
          <p:cNvSpPr txBox="1">
            <a:spLocks noGrp="1"/>
          </p:cNvSpPr>
          <p:nvPr>
            <p:ph type="title"/>
          </p:nvPr>
        </p:nvSpPr>
        <p:spPr>
          <a:xfrm>
            <a:off x="2667000" y="3898061"/>
            <a:ext cx="6019800" cy="1524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ustom Layout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"/>
          <p:cNvSpPr/>
          <p:nvPr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7" name="Rectangle 3"/>
          <p:cNvSpPr/>
          <p:nvPr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8" name="Rectangle 4"/>
          <p:cNvSpPr/>
          <p:nvPr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9" name="Rectangle 5"/>
          <p:cNvSpPr/>
          <p:nvPr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0" name="Picture 10" descr="Picture 10"/>
          <p:cNvPicPr>
            <a:picLocks noChangeAspect="1"/>
          </p:cNvPicPr>
          <p:nvPr/>
        </p:nvPicPr>
        <p:blipFill>
          <a:blip r:embed="rId3"/>
          <a:srcRect t="2" b="28592"/>
          <a:stretch>
            <a:fillRect/>
          </a:stretch>
        </p:blipFill>
        <p:spPr>
          <a:xfrm>
            <a:off x="76200" y="3352800"/>
            <a:ext cx="2057400" cy="1979614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TextBox 8"/>
          <p:cNvSpPr txBox="1"/>
          <p:nvPr/>
        </p:nvSpPr>
        <p:spPr>
          <a:xfrm>
            <a:off x="-30481" y="5257800"/>
            <a:ext cx="2118362" cy="498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2900" b="1" spc="-150"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rPr dirty="0"/>
              <a:t>BITS</a:t>
            </a:r>
            <a:r>
              <a:rPr b="0" dirty="0"/>
              <a:t> </a:t>
            </a:r>
            <a:r>
              <a:rPr b="0" dirty="0" err="1"/>
              <a:t>Pilani</a:t>
            </a:r>
            <a:endParaRPr b="0" dirty="0"/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514600" y="5410200"/>
            <a:ext cx="6019800" cy="5334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SzTx/>
              <a:buFontTx/>
              <a:buNone/>
              <a:defRPr sz="1800">
                <a:solidFill>
                  <a:srgbClr val="FFFFFF"/>
                </a:solidFill>
              </a:defRPr>
            </a:lvl1pPr>
            <a:lvl2pPr marL="640896" indent="-183696" algn="r">
              <a:lnSpc>
                <a:spcPts val="1800"/>
              </a:lnSpc>
              <a:spcBef>
                <a:spcPts val="0"/>
              </a:spcBef>
              <a:buFontTx/>
              <a:defRPr sz="1800">
                <a:solidFill>
                  <a:srgbClr val="FFFFFF"/>
                </a:solidFill>
              </a:defRPr>
            </a:lvl2pPr>
            <a:lvl3pPr marL="1085850" indent="-171450" algn="r">
              <a:lnSpc>
                <a:spcPts val="1800"/>
              </a:lnSpc>
              <a:spcBef>
                <a:spcPts val="0"/>
              </a:spcBef>
              <a:buFontTx/>
              <a:defRPr sz="1800">
                <a:solidFill>
                  <a:srgbClr val="FFFFFF"/>
                </a:solidFill>
              </a:defRPr>
            </a:lvl3pPr>
            <a:lvl4pPr marL="1577339" indent="-205739" algn="r">
              <a:lnSpc>
                <a:spcPts val="1800"/>
              </a:lnSpc>
              <a:spcBef>
                <a:spcPts val="0"/>
              </a:spcBef>
              <a:buFontTx/>
              <a:defRPr sz="1800">
                <a:solidFill>
                  <a:srgbClr val="FFFFFF"/>
                </a:solidFill>
              </a:defRPr>
            </a:lvl4pPr>
            <a:lvl5pPr marL="2034539" indent="-205739" algn="r">
              <a:lnSpc>
                <a:spcPts val="1800"/>
              </a:lnSpc>
              <a:spcBef>
                <a:spcPts val="0"/>
              </a:spcBef>
              <a:buFontTx/>
              <a:defRPr sz="1800">
                <a:solidFill>
                  <a:srgbClr val="FFFFFF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Rectangle 2"/>
          <p:cNvSpPr/>
          <p:nvPr/>
        </p:nvSpPr>
        <p:spPr>
          <a:xfrm>
            <a:off x="0" y="4281488"/>
            <a:ext cx="9144000" cy="2576512"/>
          </a:xfrm>
          <a:prstGeom prst="rect">
            <a:avLst/>
          </a:prstGeom>
          <a:solidFill>
            <a:srgbClr val="FFFFFF"/>
          </a:solidFill>
          <a:ln>
            <a:solidFill>
              <a:srgbClr val="4A7EBB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4" name="Picture 8" descr="Picture 8"/>
          <p:cNvPicPr>
            <a:picLocks noChangeAspect="1"/>
          </p:cNvPicPr>
          <p:nvPr/>
        </p:nvPicPr>
        <p:blipFill>
          <a:blip r:embed="rId3"/>
          <a:srcRect t="2677" b="2677"/>
          <a:stretch>
            <a:fillRect/>
          </a:stretch>
        </p:blipFill>
        <p:spPr>
          <a:xfrm>
            <a:off x="6629400" y="0"/>
            <a:ext cx="2193925" cy="692150"/>
          </a:xfrm>
          <a:prstGeom prst="rect">
            <a:avLst/>
          </a:prstGeom>
          <a:ln w="12700">
            <a:miter lim="400000"/>
          </a:ln>
        </p:spPr>
      </p:pic>
      <p:sp>
        <p:nvSpPr>
          <p:cNvPr id="45" name="Rectangle 4"/>
          <p:cNvSpPr/>
          <p:nvPr/>
        </p:nvSpPr>
        <p:spPr>
          <a:xfrm>
            <a:off x="2882900" y="6775450"/>
            <a:ext cx="2895600" cy="76200"/>
          </a:xfrm>
          <a:prstGeom prst="rect">
            <a:avLst/>
          </a:prstGeom>
          <a:solidFill>
            <a:srgbClr val="76C2E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" name="Rectangle 5"/>
          <p:cNvSpPr/>
          <p:nvPr/>
        </p:nvSpPr>
        <p:spPr>
          <a:xfrm>
            <a:off x="-12700" y="6775450"/>
            <a:ext cx="2895600" cy="76200"/>
          </a:xfrm>
          <a:prstGeom prst="rect">
            <a:avLst/>
          </a:prstGeom>
          <a:solidFill>
            <a:srgbClr val="FCB01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" name="Rectangle 6"/>
          <p:cNvSpPr/>
          <p:nvPr/>
        </p:nvSpPr>
        <p:spPr>
          <a:xfrm>
            <a:off x="5778500" y="6775450"/>
            <a:ext cx="2895600" cy="76200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" name="TextBox 7"/>
          <p:cNvSpPr txBox="1"/>
          <p:nvPr/>
        </p:nvSpPr>
        <p:spPr>
          <a:xfrm>
            <a:off x="6903719" y="762000"/>
            <a:ext cx="2118362" cy="498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2900" b="1" spc="-150"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BITS</a:t>
            </a:r>
            <a:r>
              <a:rPr b="0"/>
              <a:t> Pilani</a:t>
            </a:r>
          </a:p>
        </p:txBody>
      </p:sp>
      <p:sp>
        <p:nvSpPr>
          <p:cNvPr id="5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04800" y="4648200"/>
            <a:ext cx="8458200" cy="160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4200"/>
              </a:lnSpc>
              <a:spcBef>
                <a:spcPts val="0"/>
              </a:spcBef>
              <a:buSzTx/>
              <a:buFontTx/>
              <a:buNone/>
              <a:defRPr sz="4000" b="1" spc="-150"/>
            </a:lvl1pPr>
            <a:lvl2pPr marL="865414" indent="-408214">
              <a:lnSpc>
                <a:spcPts val="4200"/>
              </a:lnSpc>
              <a:spcBef>
                <a:spcPts val="0"/>
              </a:spcBef>
              <a:buFontTx/>
              <a:defRPr sz="4000" b="1" spc="-150"/>
            </a:lvl2pPr>
            <a:lvl3pPr marL="1295400" indent="-381000">
              <a:lnSpc>
                <a:spcPts val="4200"/>
              </a:lnSpc>
              <a:spcBef>
                <a:spcPts val="0"/>
              </a:spcBef>
              <a:buFontTx/>
              <a:defRPr sz="4000" b="1" spc="-150"/>
            </a:lvl3pPr>
            <a:lvl4pPr marL="1828800" indent="-457200">
              <a:lnSpc>
                <a:spcPts val="4200"/>
              </a:lnSpc>
              <a:spcBef>
                <a:spcPts val="0"/>
              </a:spcBef>
              <a:buFontTx/>
              <a:defRPr sz="4000" b="1" spc="-150"/>
            </a:lvl4pPr>
            <a:lvl5pPr marL="2286000" indent="-457200">
              <a:lnSpc>
                <a:spcPts val="4200"/>
              </a:lnSpc>
              <a:spcBef>
                <a:spcPts val="0"/>
              </a:spcBef>
              <a:buFontTx/>
              <a:defRPr sz="4000" b="1" spc="-1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63D8738E-0221-4D62-B029-49DE045C1179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6FB9BF06-D4F4-462B-8CAF-F7AA8C4CBC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E7369A73-8C94-4131-B664-BDA73406BE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940D2137-4506-475E-BDBD-01C8F9AB32A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C9477889-6CB3-410D-8BC9-E4C3C618592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5359F3D2-27DE-4C2B-9063-2466CC0C13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E9826F6-77EC-4995-BFD7-0318A680BA1A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46" name="Group 6">
                <a:extLst>
                  <a:ext uri="{FF2B5EF4-FFF2-40B4-BE49-F238E27FC236}">
                    <a16:creationId xmlns:a16="http://schemas.microsoft.com/office/drawing/2014/main" id="{32D72169-E06F-45D8-A5EC-D681EB602EE5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53" name="Rectangle 6">
                  <a:extLst>
                    <a:ext uri="{FF2B5EF4-FFF2-40B4-BE49-F238E27FC236}">
                      <a16:creationId xmlns:a16="http://schemas.microsoft.com/office/drawing/2014/main" id="{31663E90-6CD3-4B00-A313-2FF6AA636CAA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4" name="Rectangle 7">
                  <a:extLst>
                    <a:ext uri="{FF2B5EF4-FFF2-40B4-BE49-F238E27FC236}">
                      <a16:creationId xmlns:a16="http://schemas.microsoft.com/office/drawing/2014/main" id="{991F866D-51D8-403E-B66D-97E9D9FB560B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5" name="Rectangle 8">
                  <a:extLst>
                    <a:ext uri="{FF2B5EF4-FFF2-40B4-BE49-F238E27FC236}">
                      <a16:creationId xmlns:a16="http://schemas.microsoft.com/office/drawing/2014/main" id="{35316865-7F39-4EDA-9213-10248D1FBE99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47" name="Group 10">
                <a:extLst>
                  <a:ext uri="{FF2B5EF4-FFF2-40B4-BE49-F238E27FC236}">
                    <a16:creationId xmlns:a16="http://schemas.microsoft.com/office/drawing/2014/main" id="{2D2DD56F-AE09-49F0-9B99-D2EE701D8FF5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50" name="Rectangle 10">
                  <a:extLst>
                    <a:ext uri="{FF2B5EF4-FFF2-40B4-BE49-F238E27FC236}">
                      <a16:creationId xmlns:a16="http://schemas.microsoft.com/office/drawing/2014/main" id="{DAEB79DB-4734-4234-BD44-76AB6ABA11F2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1" name="Rectangle 11">
                  <a:extLst>
                    <a:ext uri="{FF2B5EF4-FFF2-40B4-BE49-F238E27FC236}">
                      <a16:creationId xmlns:a16="http://schemas.microsoft.com/office/drawing/2014/main" id="{508D804C-A4C7-412F-8063-43C12673820B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2" name="Rectangle 12">
                  <a:extLst>
                    <a:ext uri="{FF2B5EF4-FFF2-40B4-BE49-F238E27FC236}">
                      <a16:creationId xmlns:a16="http://schemas.microsoft.com/office/drawing/2014/main" id="{827A04DF-D4FE-44C0-87D7-AF2AA37D3F97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8" name="Picture 14" descr="Picture 14">
                <a:extLst>
                  <a:ext uri="{FF2B5EF4-FFF2-40B4-BE49-F238E27FC236}">
                    <a16:creationId xmlns:a16="http://schemas.microsoft.com/office/drawing/2014/main" id="{5DC18BF1-5331-4F2F-A174-787311906D1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49" name="TextBox 14">
                <a:extLst>
                  <a:ext uri="{FF2B5EF4-FFF2-40B4-BE49-F238E27FC236}">
                    <a16:creationId xmlns:a16="http://schemas.microsoft.com/office/drawing/2014/main" id="{BA5796A7-03C0-4F17-B86D-A3B33F3BC2CE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8C31F058-777D-4D47-AD29-CC17547B026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10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04800" y="152400"/>
            <a:ext cx="632460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lvl1pPr indent="-685800">
              <a:lnSpc>
                <a:spcPts val="3600"/>
              </a:lnSpc>
              <a:spcBef>
                <a:spcPts val="0"/>
              </a:spcBef>
              <a:buSzTx/>
              <a:buFontTx/>
              <a:buNone/>
              <a:defRPr sz="3600" b="1" spc="-150"/>
            </a:lvl1pPr>
            <a:lvl2pPr marL="824592" indent="-367392">
              <a:lnSpc>
                <a:spcPts val="3600"/>
              </a:lnSpc>
              <a:spcBef>
                <a:spcPts val="0"/>
              </a:spcBef>
              <a:buFontTx/>
              <a:defRPr sz="3600" b="1" spc="-150"/>
            </a:lvl2pPr>
            <a:lvl3pPr marL="1257300" indent="-342900">
              <a:lnSpc>
                <a:spcPts val="3600"/>
              </a:lnSpc>
              <a:spcBef>
                <a:spcPts val="0"/>
              </a:spcBef>
              <a:buFontTx/>
              <a:defRPr sz="3600" b="1" spc="-150"/>
            </a:lvl3pPr>
            <a:lvl4pPr marL="1783079" indent="-411479">
              <a:lnSpc>
                <a:spcPts val="3600"/>
              </a:lnSpc>
              <a:spcBef>
                <a:spcPts val="0"/>
              </a:spcBef>
              <a:buFontTx/>
              <a:defRPr sz="3600" b="1" spc="-150"/>
            </a:lvl4pPr>
            <a:lvl5pPr marL="2240279" indent="-411479">
              <a:lnSpc>
                <a:spcPts val="3600"/>
              </a:lnSpc>
              <a:spcBef>
                <a:spcPts val="0"/>
              </a:spcBef>
              <a:buFontTx/>
              <a:defRPr sz="3600" b="1" spc="-1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FD8716B-A31C-47B4-A0C5-7548CDD430C6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5680844E-99C5-4EC4-B180-E92A1197398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3DF246C4-7681-40D2-BD7F-05D1FC48F1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1C3A5CD5-E5A4-4ACE-A91A-27B1E844C5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9469C547-61A0-45EB-B6FA-25B60785A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217C0F69-5C4A-46A1-81DF-1368943C85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F7D3B5F-9C84-4CDD-ADC5-1C7AEA7FFA30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48" name="Group 6">
                <a:extLst>
                  <a:ext uri="{FF2B5EF4-FFF2-40B4-BE49-F238E27FC236}">
                    <a16:creationId xmlns:a16="http://schemas.microsoft.com/office/drawing/2014/main" id="{94E0EC27-CD44-4116-BDFE-8C07A845F21D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55" name="Rectangle 6">
                  <a:extLst>
                    <a:ext uri="{FF2B5EF4-FFF2-40B4-BE49-F238E27FC236}">
                      <a16:creationId xmlns:a16="http://schemas.microsoft.com/office/drawing/2014/main" id="{A6BF9062-0344-4685-A2A4-47E7FFFD73B2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6" name="Rectangle 7">
                  <a:extLst>
                    <a:ext uri="{FF2B5EF4-FFF2-40B4-BE49-F238E27FC236}">
                      <a16:creationId xmlns:a16="http://schemas.microsoft.com/office/drawing/2014/main" id="{64025BE1-99DE-43D5-BA61-5EE12DD7C1C7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7" name="Rectangle 8">
                  <a:extLst>
                    <a:ext uri="{FF2B5EF4-FFF2-40B4-BE49-F238E27FC236}">
                      <a16:creationId xmlns:a16="http://schemas.microsoft.com/office/drawing/2014/main" id="{074D5DEA-390A-4108-83CB-EE96445CE407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49" name="Group 10">
                <a:extLst>
                  <a:ext uri="{FF2B5EF4-FFF2-40B4-BE49-F238E27FC236}">
                    <a16:creationId xmlns:a16="http://schemas.microsoft.com/office/drawing/2014/main" id="{552E09F6-519C-4756-9EA7-45D6DCBE310D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52" name="Rectangle 10">
                  <a:extLst>
                    <a:ext uri="{FF2B5EF4-FFF2-40B4-BE49-F238E27FC236}">
                      <a16:creationId xmlns:a16="http://schemas.microsoft.com/office/drawing/2014/main" id="{F6963B12-636B-4383-B53F-0920A9A2D2A0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3" name="Rectangle 11">
                  <a:extLst>
                    <a:ext uri="{FF2B5EF4-FFF2-40B4-BE49-F238E27FC236}">
                      <a16:creationId xmlns:a16="http://schemas.microsoft.com/office/drawing/2014/main" id="{6D65AAF7-65CB-490D-AE4C-56EB3A380F68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4" name="Rectangle 12">
                  <a:extLst>
                    <a:ext uri="{FF2B5EF4-FFF2-40B4-BE49-F238E27FC236}">
                      <a16:creationId xmlns:a16="http://schemas.microsoft.com/office/drawing/2014/main" id="{82692E83-6BB2-4F17-81B3-5FB0B92EA780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50" name="Picture 14" descr="Picture 14">
                <a:extLst>
                  <a:ext uri="{FF2B5EF4-FFF2-40B4-BE49-F238E27FC236}">
                    <a16:creationId xmlns:a16="http://schemas.microsoft.com/office/drawing/2014/main" id="{70822080-A35E-497B-A345-0B4F6B3CEC3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51" name="TextBox 14">
                <a:extLst>
                  <a:ext uri="{FF2B5EF4-FFF2-40B4-BE49-F238E27FC236}">
                    <a16:creationId xmlns:a16="http://schemas.microsoft.com/office/drawing/2014/main" id="{35FF49B6-322B-45EA-ADB7-89C68BCD8C5E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5201B7A3-E0CF-49C7-BCF5-6D53993FB45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14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953000" y="1600200"/>
            <a:ext cx="4038600" cy="45259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600"/>
              </a:spcBef>
              <a:buSzTx/>
              <a:buFontTx/>
              <a:buNone/>
              <a:defRPr sz="2800"/>
            </a:lvl1pPr>
            <a:lvl2pPr marL="957262" indent="-500062">
              <a:spcBef>
                <a:spcPts val="600"/>
              </a:spcBef>
              <a:buFontTx/>
              <a:defRPr sz="2800"/>
            </a:lvl2pPr>
            <a:lvl3pPr marL="1234439" indent="-320039">
              <a:spcBef>
                <a:spcPts val="600"/>
              </a:spcBef>
              <a:buFontTx/>
              <a:defRPr sz="2800"/>
            </a:lvl3pPr>
            <a:lvl4pPr marL="1727200" indent="-355600">
              <a:spcBef>
                <a:spcPts val="600"/>
              </a:spcBef>
              <a:buFontTx/>
              <a:defRPr sz="2800"/>
            </a:lvl4pPr>
            <a:lvl5pPr marL="2184400" indent="-355600">
              <a:spcBef>
                <a:spcPts val="600"/>
              </a:spcBef>
              <a:buFontTx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3C6F3F4-5751-43BB-8C7D-E213EC59F5AA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3100B7FA-AEEE-4B3E-BF82-561149B2BC1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CA1F78BE-6A45-4BEE-B3D7-5B27F29777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4F972F80-0475-4E37-81F3-DF25FE0B49A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0C8BCD8D-488C-4254-8236-C54B88630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2EDFD120-14DA-495A-8AED-AED69AF682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2740D71-E14A-4547-9EF5-592B9A01A999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49" name="Group 6">
                <a:extLst>
                  <a:ext uri="{FF2B5EF4-FFF2-40B4-BE49-F238E27FC236}">
                    <a16:creationId xmlns:a16="http://schemas.microsoft.com/office/drawing/2014/main" id="{20AE3508-2CAE-49F6-9380-FEBEC6AE18A1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56" name="Rectangle 6">
                  <a:extLst>
                    <a:ext uri="{FF2B5EF4-FFF2-40B4-BE49-F238E27FC236}">
                      <a16:creationId xmlns:a16="http://schemas.microsoft.com/office/drawing/2014/main" id="{24132926-3854-4E73-9F61-FFAE5A7A1A47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7" name="Rectangle 7">
                  <a:extLst>
                    <a:ext uri="{FF2B5EF4-FFF2-40B4-BE49-F238E27FC236}">
                      <a16:creationId xmlns:a16="http://schemas.microsoft.com/office/drawing/2014/main" id="{62E95AD1-C80F-4E74-A9C5-D34DE62DE821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8" name="Rectangle 8">
                  <a:extLst>
                    <a:ext uri="{FF2B5EF4-FFF2-40B4-BE49-F238E27FC236}">
                      <a16:creationId xmlns:a16="http://schemas.microsoft.com/office/drawing/2014/main" id="{CCFFD9FF-0E13-4ACB-BF93-17B024793B98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50" name="Group 10">
                <a:extLst>
                  <a:ext uri="{FF2B5EF4-FFF2-40B4-BE49-F238E27FC236}">
                    <a16:creationId xmlns:a16="http://schemas.microsoft.com/office/drawing/2014/main" id="{0D855871-BE12-498A-AB58-46EF62159C4F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53" name="Rectangle 10">
                  <a:extLst>
                    <a:ext uri="{FF2B5EF4-FFF2-40B4-BE49-F238E27FC236}">
                      <a16:creationId xmlns:a16="http://schemas.microsoft.com/office/drawing/2014/main" id="{C977D99F-D1F8-45A3-ADF9-564B6E2C33B2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4" name="Rectangle 11">
                  <a:extLst>
                    <a:ext uri="{FF2B5EF4-FFF2-40B4-BE49-F238E27FC236}">
                      <a16:creationId xmlns:a16="http://schemas.microsoft.com/office/drawing/2014/main" id="{31017A24-6422-4F19-B9AA-92767E4CE1B0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5" name="Rectangle 12">
                  <a:extLst>
                    <a:ext uri="{FF2B5EF4-FFF2-40B4-BE49-F238E27FC236}">
                      <a16:creationId xmlns:a16="http://schemas.microsoft.com/office/drawing/2014/main" id="{9653E56F-820B-4B37-B055-A3C49FF7E2F4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51" name="Picture 14" descr="Picture 14">
                <a:extLst>
                  <a:ext uri="{FF2B5EF4-FFF2-40B4-BE49-F238E27FC236}">
                    <a16:creationId xmlns:a16="http://schemas.microsoft.com/office/drawing/2014/main" id="{E9AFB7EB-F4A0-4F61-B3FC-95170197BC5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52" name="TextBox 14">
                <a:extLst>
                  <a:ext uri="{FF2B5EF4-FFF2-40B4-BE49-F238E27FC236}">
                    <a16:creationId xmlns:a16="http://schemas.microsoft.com/office/drawing/2014/main" id="{0A56C53E-F093-4235-B0C3-8FDF84D95BFF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B0F0EE30-1431-48B8-8A47-F3CED9AB292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19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8270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5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827088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1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FFFFFF">
            <a:alpha val="72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5745CB-06AA-4B81-957F-FB40813E1114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9CF6619D-D89D-4695-84F2-4D14B9CE5CB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3F684C8C-B74B-40AF-ABA0-D163472572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9347B43F-FF3F-4A48-9060-6D5ED0C6A56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E002E591-4F7B-48A9-9F72-9E4DE09C2B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09B02342-AE14-4FD7-923C-6D9B53B9160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2F6725C-53D2-4236-87F9-62DF3413A481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48" name="Group 6">
                <a:extLst>
                  <a:ext uri="{FF2B5EF4-FFF2-40B4-BE49-F238E27FC236}">
                    <a16:creationId xmlns:a16="http://schemas.microsoft.com/office/drawing/2014/main" id="{5D5570D8-518F-4A65-AB4C-10057F149106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55" name="Rectangle 6">
                  <a:extLst>
                    <a:ext uri="{FF2B5EF4-FFF2-40B4-BE49-F238E27FC236}">
                      <a16:creationId xmlns:a16="http://schemas.microsoft.com/office/drawing/2014/main" id="{F8BC0A35-0293-4229-B935-BFF81052072D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6" name="Rectangle 7">
                  <a:extLst>
                    <a:ext uri="{FF2B5EF4-FFF2-40B4-BE49-F238E27FC236}">
                      <a16:creationId xmlns:a16="http://schemas.microsoft.com/office/drawing/2014/main" id="{F86283D0-4A1E-43CD-B49A-B5DEF391613C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7" name="Rectangle 8">
                  <a:extLst>
                    <a:ext uri="{FF2B5EF4-FFF2-40B4-BE49-F238E27FC236}">
                      <a16:creationId xmlns:a16="http://schemas.microsoft.com/office/drawing/2014/main" id="{21009D49-5D49-47D3-9581-2B06B0F95B53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49" name="Group 10">
                <a:extLst>
                  <a:ext uri="{FF2B5EF4-FFF2-40B4-BE49-F238E27FC236}">
                    <a16:creationId xmlns:a16="http://schemas.microsoft.com/office/drawing/2014/main" id="{F6AC508B-8E77-4674-8422-3B4DA12D07FD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52" name="Rectangle 10">
                  <a:extLst>
                    <a:ext uri="{FF2B5EF4-FFF2-40B4-BE49-F238E27FC236}">
                      <a16:creationId xmlns:a16="http://schemas.microsoft.com/office/drawing/2014/main" id="{EF35E278-0085-4428-A96D-7CA4168C754B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3" name="Rectangle 11">
                  <a:extLst>
                    <a:ext uri="{FF2B5EF4-FFF2-40B4-BE49-F238E27FC236}">
                      <a16:creationId xmlns:a16="http://schemas.microsoft.com/office/drawing/2014/main" id="{476F634D-3AEE-4698-B03A-21206F970959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4" name="Rectangle 12">
                  <a:extLst>
                    <a:ext uri="{FF2B5EF4-FFF2-40B4-BE49-F238E27FC236}">
                      <a16:creationId xmlns:a16="http://schemas.microsoft.com/office/drawing/2014/main" id="{3EC4A554-78FE-4858-9D34-5D12D86AB4F8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50" name="Picture 14" descr="Picture 14">
                <a:extLst>
                  <a:ext uri="{FF2B5EF4-FFF2-40B4-BE49-F238E27FC236}">
                    <a16:creationId xmlns:a16="http://schemas.microsoft.com/office/drawing/2014/main" id="{D53E0125-E6C8-4170-8576-A8B945924E8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51" name="TextBox 14">
                <a:extLst>
                  <a:ext uri="{FF2B5EF4-FFF2-40B4-BE49-F238E27FC236}">
                    <a16:creationId xmlns:a16="http://schemas.microsoft.com/office/drawing/2014/main" id="{3BF71A74-AAB4-4ED8-9AC1-98341ED06B55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AF9A04AC-78E1-4BBC-9A65-F911836357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24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04800" y="152400"/>
            <a:ext cx="632460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lvl1pPr indent="-685800">
              <a:lnSpc>
                <a:spcPts val="3600"/>
              </a:lnSpc>
              <a:spcBef>
                <a:spcPts val="0"/>
              </a:spcBef>
              <a:buSzTx/>
              <a:buFontTx/>
              <a:buNone/>
              <a:defRPr sz="3600" b="1" spc="-150"/>
            </a:lvl1pPr>
            <a:lvl2pPr marL="824592" indent="-367392">
              <a:lnSpc>
                <a:spcPts val="3600"/>
              </a:lnSpc>
              <a:spcBef>
                <a:spcPts val="0"/>
              </a:spcBef>
              <a:buFontTx/>
              <a:defRPr sz="3600" b="1" spc="-150"/>
            </a:lvl2pPr>
            <a:lvl3pPr marL="1257300" indent="-342900">
              <a:lnSpc>
                <a:spcPts val="3600"/>
              </a:lnSpc>
              <a:spcBef>
                <a:spcPts val="0"/>
              </a:spcBef>
              <a:buFontTx/>
              <a:defRPr sz="3600" b="1" spc="-150"/>
            </a:lvl3pPr>
            <a:lvl4pPr marL="1783079" indent="-411479">
              <a:lnSpc>
                <a:spcPts val="3600"/>
              </a:lnSpc>
              <a:spcBef>
                <a:spcPts val="0"/>
              </a:spcBef>
              <a:buFontTx/>
              <a:defRPr sz="3600" b="1" spc="-150"/>
            </a:lvl4pPr>
            <a:lvl5pPr marL="2240279" indent="-411479">
              <a:lnSpc>
                <a:spcPts val="3600"/>
              </a:lnSpc>
              <a:spcBef>
                <a:spcPts val="0"/>
              </a:spcBef>
              <a:buFontTx/>
              <a:defRPr sz="3600" b="1" spc="-1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EBA91D93-81E9-4E44-BA3B-BFC4DB61B9B1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A03074E5-C395-4142-B82C-55575CC3750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5043B723-FDC1-4C80-B36E-65A0302A4A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5DB4FDD8-D8D7-4A39-973E-FF204CF26F7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276FF869-530C-4BCB-92FE-054992EB10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D919A7FA-FDD4-4C10-97CC-BCD6F27C1D3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CCFF274-1225-4563-806D-A565D4704B4E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49" name="Group 6">
                <a:extLst>
                  <a:ext uri="{FF2B5EF4-FFF2-40B4-BE49-F238E27FC236}">
                    <a16:creationId xmlns:a16="http://schemas.microsoft.com/office/drawing/2014/main" id="{A78C547C-62FD-49F4-8220-87E6108E1DC0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56" name="Rectangle 6">
                  <a:extLst>
                    <a:ext uri="{FF2B5EF4-FFF2-40B4-BE49-F238E27FC236}">
                      <a16:creationId xmlns:a16="http://schemas.microsoft.com/office/drawing/2014/main" id="{E131FBB3-C3F0-4F2C-AA58-58B5D5B147F0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7" name="Rectangle 7">
                  <a:extLst>
                    <a:ext uri="{FF2B5EF4-FFF2-40B4-BE49-F238E27FC236}">
                      <a16:creationId xmlns:a16="http://schemas.microsoft.com/office/drawing/2014/main" id="{7C694F41-E945-4E8B-BA86-DC9A598526C8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8" name="Rectangle 8">
                  <a:extLst>
                    <a:ext uri="{FF2B5EF4-FFF2-40B4-BE49-F238E27FC236}">
                      <a16:creationId xmlns:a16="http://schemas.microsoft.com/office/drawing/2014/main" id="{857E2CF2-3046-46A4-889D-40063CCC6F37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50" name="Group 10">
                <a:extLst>
                  <a:ext uri="{FF2B5EF4-FFF2-40B4-BE49-F238E27FC236}">
                    <a16:creationId xmlns:a16="http://schemas.microsoft.com/office/drawing/2014/main" id="{EC7C1379-6432-4776-8A30-B023A4412329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53" name="Rectangle 10">
                  <a:extLst>
                    <a:ext uri="{FF2B5EF4-FFF2-40B4-BE49-F238E27FC236}">
                      <a16:creationId xmlns:a16="http://schemas.microsoft.com/office/drawing/2014/main" id="{A8A7BDE8-B2DB-48A5-BEC9-63C3D85E29DE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4" name="Rectangle 11">
                  <a:extLst>
                    <a:ext uri="{FF2B5EF4-FFF2-40B4-BE49-F238E27FC236}">
                      <a16:creationId xmlns:a16="http://schemas.microsoft.com/office/drawing/2014/main" id="{13B51388-D487-404B-8E80-29EBE51F59E4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55" name="Rectangle 12">
                  <a:extLst>
                    <a:ext uri="{FF2B5EF4-FFF2-40B4-BE49-F238E27FC236}">
                      <a16:creationId xmlns:a16="http://schemas.microsoft.com/office/drawing/2014/main" id="{0726AA02-C9CE-4E8C-A77E-9A458E9F0225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51" name="Picture 14" descr="Picture 14">
                <a:extLst>
                  <a:ext uri="{FF2B5EF4-FFF2-40B4-BE49-F238E27FC236}">
                    <a16:creationId xmlns:a16="http://schemas.microsoft.com/office/drawing/2014/main" id="{F4752845-A425-4626-8999-478B6153E30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52" name="TextBox 14">
                <a:extLst>
                  <a:ext uri="{FF2B5EF4-FFF2-40B4-BE49-F238E27FC236}">
                    <a16:creationId xmlns:a16="http://schemas.microsoft.com/office/drawing/2014/main" id="{E2DF6F5B-D493-4810-B293-745C2BA1A0FC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09623608-3D09-45A2-8F67-52AC08DC49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27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575050" y="1600200"/>
            <a:ext cx="511175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290" name="Text Placeholder 3"/>
          <p:cNvSpPr>
            <a:spLocks noGrp="1"/>
          </p:cNvSpPr>
          <p:nvPr>
            <p:ph type="body" sz="half" idx="21"/>
          </p:nvPr>
        </p:nvSpPr>
        <p:spPr>
          <a:xfrm>
            <a:off x="457199" y="1600200"/>
            <a:ext cx="3008315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 dirty="0"/>
          </a:p>
        </p:txBody>
      </p:sp>
      <p:sp>
        <p:nvSpPr>
          <p:cNvPr id="2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0635ADB2-6EA8-4BAD-8DAD-0182A2D9B5D3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77" name="Graphic 76">
              <a:extLst>
                <a:ext uri="{FF2B5EF4-FFF2-40B4-BE49-F238E27FC236}">
                  <a16:creationId xmlns:a16="http://schemas.microsoft.com/office/drawing/2014/main" id="{A2BB439D-C20C-4C61-883B-5D07B84E6E7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78" name="Graphic 77">
              <a:extLst>
                <a:ext uri="{FF2B5EF4-FFF2-40B4-BE49-F238E27FC236}">
                  <a16:creationId xmlns:a16="http://schemas.microsoft.com/office/drawing/2014/main" id="{A2344A81-D7C5-4E75-BD95-2C31857749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79" name="Graphic 78">
              <a:extLst>
                <a:ext uri="{FF2B5EF4-FFF2-40B4-BE49-F238E27FC236}">
                  <a16:creationId xmlns:a16="http://schemas.microsoft.com/office/drawing/2014/main" id="{493B14BD-1E4B-4DAF-8B9A-008ACC84DBF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80" name="Graphic 79">
              <a:extLst>
                <a:ext uri="{FF2B5EF4-FFF2-40B4-BE49-F238E27FC236}">
                  <a16:creationId xmlns:a16="http://schemas.microsoft.com/office/drawing/2014/main" id="{1017A1EE-D786-4AD9-8114-7031497F17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81" name="Graphic 80">
              <a:extLst>
                <a:ext uri="{FF2B5EF4-FFF2-40B4-BE49-F238E27FC236}">
                  <a16:creationId xmlns:a16="http://schemas.microsoft.com/office/drawing/2014/main" id="{5EB74B49-6A5D-4E90-A8EF-F1A27B22DD4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0B25D4E-B9E2-4A64-A8A8-6B92913B4C6C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84" name="Group 6">
                <a:extLst>
                  <a:ext uri="{FF2B5EF4-FFF2-40B4-BE49-F238E27FC236}">
                    <a16:creationId xmlns:a16="http://schemas.microsoft.com/office/drawing/2014/main" id="{A2EA67C3-44DA-4665-8AE2-141440DB23E2}"/>
                  </a:ext>
                </a:extLst>
              </p:cNvPr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91" name="Rectangle 6">
                  <a:extLst>
                    <a:ext uri="{FF2B5EF4-FFF2-40B4-BE49-F238E27FC236}">
                      <a16:creationId xmlns:a16="http://schemas.microsoft.com/office/drawing/2014/main" id="{D463F1CA-4C9D-4BCC-B0BD-14721FADA3F5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2" name="Rectangle 7">
                  <a:extLst>
                    <a:ext uri="{FF2B5EF4-FFF2-40B4-BE49-F238E27FC236}">
                      <a16:creationId xmlns:a16="http://schemas.microsoft.com/office/drawing/2014/main" id="{2EF7E6B7-9421-4BAA-AB81-AE89E08FDF08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3" name="Rectangle 8">
                  <a:extLst>
                    <a:ext uri="{FF2B5EF4-FFF2-40B4-BE49-F238E27FC236}">
                      <a16:creationId xmlns:a16="http://schemas.microsoft.com/office/drawing/2014/main" id="{AFEE1048-04C1-4DCE-8973-4784C897E7F9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85" name="Group 10">
                <a:extLst>
                  <a:ext uri="{FF2B5EF4-FFF2-40B4-BE49-F238E27FC236}">
                    <a16:creationId xmlns:a16="http://schemas.microsoft.com/office/drawing/2014/main" id="{62DA8075-114E-4D1A-8199-46D51587204A}"/>
                  </a:ext>
                </a:extLst>
              </p:cNvPr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88" name="Rectangle 10">
                  <a:extLst>
                    <a:ext uri="{FF2B5EF4-FFF2-40B4-BE49-F238E27FC236}">
                      <a16:creationId xmlns:a16="http://schemas.microsoft.com/office/drawing/2014/main" id="{42070327-4A30-4BA2-A8E6-6E330B5F30EB}"/>
                    </a:ext>
                  </a:extLst>
                </p:cNvPr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89" name="Rectangle 11">
                  <a:extLst>
                    <a:ext uri="{FF2B5EF4-FFF2-40B4-BE49-F238E27FC236}">
                      <a16:creationId xmlns:a16="http://schemas.microsoft.com/office/drawing/2014/main" id="{EB4AF601-277A-494B-9871-87FBA75E5451}"/>
                    </a:ext>
                  </a:extLst>
                </p:cNvPr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0" name="Rectangle 12">
                  <a:extLst>
                    <a:ext uri="{FF2B5EF4-FFF2-40B4-BE49-F238E27FC236}">
                      <a16:creationId xmlns:a16="http://schemas.microsoft.com/office/drawing/2014/main" id="{AB04FF31-B9E9-4A43-98B4-8DB577BD3837}"/>
                    </a:ext>
                  </a:extLst>
                </p:cNvPr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86" name="Picture 14" descr="Picture 14">
                <a:extLst>
                  <a:ext uri="{FF2B5EF4-FFF2-40B4-BE49-F238E27FC236}">
                    <a16:creationId xmlns:a16="http://schemas.microsoft.com/office/drawing/2014/main" id="{F8C276B3-EE15-4980-9AC5-AF2F16814A5D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87" name="TextBox 14">
                <a:extLst>
                  <a:ext uri="{FF2B5EF4-FFF2-40B4-BE49-F238E27FC236}">
                    <a16:creationId xmlns:a16="http://schemas.microsoft.com/office/drawing/2014/main" id="{D133DA9B-065F-4040-94C1-D75BBB8A8147}"/>
                  </a:ext>
                </a:extLst>
              </p:cNvPr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83" name="Graphic 82">
              <a:extLst>
                <a:ext uri="{FF2B5EF4-FFF2-40B4-BE49-F238E27FC236}">
                  <a16:creationId xmlns:a16="http://schemas.microsoft.com/office/drawing/2014/main" id="{DD930F25-DAB1-4FE7-A1F6-75A37FD151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  <p:sp>
        <p:nvSpPr>
          <p:cNvPr id="337" name="Title Text"/>
          <p:cNvSpPr txBox="1">
            <a:spLocks noGrp="1"/>
          </p:cNvSpPr>
          <p:nvPr>
            <p:ph type="title"/>
          </p:nvPr>
        </p:nvSpPr>
        <p:spPr>
          <a:xfrm>
            <a:off x="1792288" y="5407025"/>
            <a:ext cx="5486401" cy="304800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1800" spc="0"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711825"/>
            <a:ext cx="5486401" cy="304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SzTx/>
              <a:buFontTx/>
              <a:buNone/>
              <a:defRPr sz="1600"/>
            </a:lvl1pPr>
            <a:lvl2pPr marL="0" indent="457200">
              <a:spcBef>
                <a:spcPts val="300"/>
              </a:spcBef>
              <a:buSzTx/>
              <a:buFontTx/>
              <a:buNone/>
              <a:defRPr sz="1600"/>
            </a:lvl2pPr>
            <a:lvl3pPr marL="0" indent="914400">
              <a:spcBef>
                <a:spcPts val="300"/>
              </a:spcBef>
              <a:buSzTx/>
              <a:buFontTx/>
              <a:buNone/>
              <a:defRPr sz="1600"/>
            </a:lvl3pPr>
            <a:lvl4pPr marL="0" indent="1371600">
              <a:spcBef>
                <a:spcPts val="300"/>
              </a:spcBef>
              <a:buSzTx/>
              <a:buFontTx/>
              <a:buNone/>
              <a:defRPr sz="1600"/>
            </a:lvl4pPr>
            <a:lvl5pPr marL="0" indent="1828800">
              <a:spcBef>
                <a:spcPts val="300"/>
              </a:spcBef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9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1828800"/>
            <a:ext cx="5486401" cy="3429000"/>
          </a:xfrm>
          <a:prstGeom prst="rect">
            <a:avLst/>
          </a:prstGeom>
          <a:ln w="57150">
            <a:solidFill>
              <a:srgbClr val="DCE6F2"/>
            </a:solidFill>
            <a:round/>
          </a:ln>
        </p:spPr>
        <p:txBody>
          <a:bodyPr lIns="91439" rIns="91439"/>
          <a:lstStyle/>
          <a:p>
            <a:endParaRPr/>
          </a:p>
        </p:txBody>
      </p:sp>
      <p:sp>
        <p:nvSpPr>
          <p:cNvPr id="3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83BBAD0-43A5-4D32-8FC9-062F956D4D42}"/>
              </a:ext>
            </a:extLst>
          </p:cNvPr>
          <p:cNvGrpSpPr/>
          <p:nvPr userDrawn="1"/>
        </p:nvGrpSpPr>
        <p:grpSpPr>
          <a:xfrm>
            <a:off x="-59470" y="-641099"/>
            <a:ext cx="9267429" cy="8253818"/>
            <a:chOff x="-59470" y="-641099"/>
            <a:chExt cx="9267429" cy="8253818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68C4D830-E082-446B-B643-5F87F72600B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789776">
              <a:off x="1948972" y="1734076"/>
              <a:ext cx="5246055" cy="5246055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1C9D4848-2B9E-4B8D-B630-AD31B35203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24369">
              <a:off x="-59470" y="4282884"/>
              <a:ext cx="3329835" cy="3329835"/>
            </a:xfrm>
            <a:prstGeom prst="rect">
              <a:avLst/>
            </a:prstGeom>
          </p:spPr>
        </p:pic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635F0174-0096-461B-8212-566B0011E8D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78124" y="4281440"/>
              <a:ext cx="3329835" cy="3329835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B104A8E-51B2-42E7-B651-568B9D1D36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18" y="-641098"/>
              <a:ext cx="3329835" cy="3329835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F3D4CE-0862-4E00-B299-11A67A5904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604717">
              <a:off x="5806918" y="-641099"/>
              <a:ext cx="3329835" cy="3329835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C5A1F24-1ABA-4385-8DF2-98C8D03B2CCD}"/>
                </a:ext>
              </a:extLst>
            </p:cNvPr>
            <p:cNvGrpSpPr/>
            <p:nvPr userDrawn="1"/>
          </p:nvGrpSpPr>
          <p:grpSpPr>
            <a:xfrm>
              <a:off x="0" y="0"/>
              <a:ext cx="9144001" cy="6857673"/>
              <a:chOff x="0" y="0"/>
              <a:chExt cx="9144001" cy="6857673"/>
            </a:xfrm>
          </p:grpSpPr>
          <p:grpSp>
            <p:nvGrpSpPr>
              <p:cNvPr id="330" name="Group 6"/>
              <p:cNvGrpSpPr/>
              <p:nvPr userDrawn="1"/>
            </p:nvGrpSpPr>
            <p:grpSpPr>
              <a:xfrm>
                <a:off x="0" y="1295400"/>
                <a:ext cx="7010401" cy="46038"/>
                <a:chOff x="0" y="0"/>
                <a:chExt cx="7010400" cy="46037"/>
              </a:xfrm>
            </p:grpSpPr>
            <p:sp>
              <p:nvSpPr>
                <p:cNvPr id="327" name="Rectangle 6"/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28" name="Rectangle 7"/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29" name="Rectangle 8"/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grpSp>
            <p:nvGrpSpPr>
              <p:cNvPr id="334" name="Group 10"/>
              <p:cNvGrpSpPr/>
              <p:nvPr userDrawn="1"/>
            </p:nvGrpSpPr>
            <p:grpSpPr>
              <a:xfrm>
                <a:off x="2133600" y="6553200"/>
                <a:ext cx="7010401" cy="46038"/>
                <a:chOff x="0" y="0"/>
                <a:chExt cx="7010400" cy="46037"/>
              </a:xfrm>
            </p:grpSpPr>
            <p:sp>
              <p:nvSpPr>
                <p:cNvPr id="331" name="Rectangle 10"/>
                <p:cNvSpPr/>
                <p:nvPr/>
              </p:nvSpPr>
              <p:spPr>
                <a:xfrm>
                  <a:off x="2362199" y="0"/>
                  <a:ext cx="2328865" cy="46038"/>
                </a:xfrm>
                <a:prstGeom prst="rect">
                  <a:avLst/>
                </a:prstGeom>
                <a:solidFill>
                  <a:srgbClr val="76C2E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32" name="Rectangle 11"/>
                <p:cNvSpPr/>
                <p:nvPr/>
              </p:nvSpPr>
              <p:spPr>
                <a:xfrm>
                  <a:off x="-1" y="0"/>
                  <a:ext cx="2362201" cy="46038"/>
                </a:xfrm>
                <a:prstGeom prst="rect">
                  <a:avLst/>
                </a:prstGeom>
                <a:solidFill>
                  <a:srgbClr val="FCB017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33" name="Rectangle 12"/>
                <p:cNvSpPr/>
                <p:nvPr/>
              </p:nvSpPr>
              <p:spPr>
                <a:xfrm>
                  <a:off x="4681537" y="0"/>
                  <a:ext cx="2328864" cy="46038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35" name="Picture 14" descr="Picture 14"/>
              <p:cNvPicPr>
                <a:picLocks noChangeAspect="1"/>
              </p:cNvPicPr>
              <p:nvPr userDrawn="1"/>
            </p:nvPicPr>
            <p:blipFill>
              <a:blip r:embed="rId4"/>
              <a:srcRect t="2677" b="2677"/>
              <a:stretch>
                <a:fillRect/>
              </a:stretch>
            </p:blipFill>
            <p:spPr>
              <a:xfrm>
                <a:off x="6629400" y="0"/>
                <a:ext cx="2193925" cy="692150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336" name="TextBox 14"/>
              <p:cNvSpPr txBox="1"/>
              <p:nvPr userDrawn="1"/>
            </p:nvSpPr>
            <p:spPr>
              <a:xfrm>
                <a:off x="3322319" y="6596063"/>
                <a:ext cx="5775962" cy="26161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 algn="r">
                  <a:defRPr sz="1100" b="1">
                    <a:solidFill>
                      <a:srgbClr val="101141"/>
                    </a:solidFill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rPr lang="en-IN" dirty="0"/>
                  <a:t>BITS </a:t>
                </a:r>
                <a:r>
                  <a:rPr lang="en-IN" b="0" dirty="0" err="1"/>
                  <a:t>Pilani</a:t>
                </a:r>
                <a:r>
                  <a:rPr lang="en-IN" b="0" dirty="0"/>
                  <a:t>, Deemed to be University under Section 3 of UGC Act, 1956</a:t>
                </a:r>
              </a:p>
            </p:txBody>
          </p:sp>
        </p:grp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B778ADC1-BEF0-4061-926A-4839BEC48F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002" y="2493406"/>
              <a:ext cx="1523997" cy="15239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3690160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6172200"/>
            <a:ext cx="21336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98989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BC5692C0-A143-3571-7EE1-32346BE87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</p:sldLayoutIdLst>
  <p:transition spd="med"/>
  <p:txStyles>
    <p:titleStyle>
      <a:lvl1pPr marL="0" marR="0" indent="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45720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91440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137160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1828800" algn="l" defTabSz="914400" rtl="0" latinLnBrk="0">
        <a:lnSpc>
          <a:spcPts val="4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50" baseline="0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itle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 algn="r"/>
            <a:r>
              <a:rPr lang="en-US" dirty="0"/>
              <a:t>Course Title</a:t>
            </a:r>
            <a:endParaRPr dirty="0"/>
          </a:p>
        </p:txBody>
      </p:sp>
      <p:sp>
        <p:nvSpPr>
          <p:cNvPr id="351" name="Content Placeholder 5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886968">
              <a:lnSpc>
                <a:spcPts val="1700"/>
              </a:lnSpc>
              <a:defRPr sz="1746"/>
            </a:pPr>
            <a:r>
              <a:t>Faculty Name</a:t>
            </a:r>
          </a:p>
          <a:p>
            <a:pPr defTabSz="886968">
              <a:lnSpc>
                <a:spcPts val="1700"/>
              </a:lnSpc>
              <a:defRPr sz="1746"/>
            </a:pPr>
            <a:r>
              <a:t>Faculty Department 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Content Placeholder 1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pc="-200"/>
            </a:pPr>
            <a:r>
              <a:t>&lt;Course Number, Course Title&gt;</a:t>
            </a:r>
          </a:p>
          <a:p>
            <a:pPr>
              <a:defRPr spc="-200"/>
            </a:pPr>
            <a:r>
              <a:t>Lecture No.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What is Machine Learning?</a:t>
            </a:r>
          </a:p>
          <a:p>
            <a:pPr lvl="1"/>
            <a:r>
              <a:t>A subset of AI that enables systems to learn from data without explicit programming.</a:t>
            </a:r>
          </a:p>
          <a:p>
            <a:pPr/>
            <a:r>
              <a:t>Why Now?</a:t>
            </a:r>
          </a:p>
          <a:p>
            <a:pPr lvl="1"/>
            <a:r>
              <a:t>Explosion of Big Data availability.</a:t>
            </a:r>
          </a:p>
          <a:p>
            <a:pPr lvl="1"/>
            <a:r>
              <a:t>Advancements in computational power (GPUs/TPUs).</a:t>
            </a:r>
          </a:p>
          <a:p>
            <a:pPr lvl="1"/>
            <a:r>
              <a:t>Improvements in algorithms (Deep Learning).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Machine Learning: What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A visual diagram comparing Traditional Programming (Rules + Data -&gt; Answers) vs. Machine Learning (Answers + Data -&gt; Rules).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What is Machine Learning?</a:t>
            </a:r>
          </a:p>
          <a:p>
            <a:pPr lvl="1"/>
            <a:r>
              <a:t>A subset of AI that enables systems to learn from data without explicit programming.</a:t>
            </a:r>
          </a:p>
          <a:p>
            <a:pPr/>
            <a:r>
              <a:t>Why Now?</a:t>
            </a:r>
          </a:p>
          <a:p>
            <a:pPr lvl="1"/>
            <a:r>
              <a:t>Explosion of Big Data availability.</a:t>
            </a:r>
          </a:p>
          <a:p>
            <a:pPr lvl="1"/>
            <a:r>
              <a:t>Advancements in computational power (GPUs/TPUs).</a:t>
            </a:r>
          </a:p>
          <a:p>
            <a:pPr lvl="1"/>
            <a:r>
              <a:t>Improvements in algorithms (Deep Learning).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Machine Learning: What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A visual diagram comparing Traditional Programming (Rules + Data -&gt; Answers) vs. Machine Learning (Answers + Data -&gt; Rules).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Healthcare: Disease diagnosis, drug discovery, personalized medicine.</a:t>
            </a:r>
          </a:p>
          <a:p>
            <a:pPr/>
            <a:r>
              <a:t>Finance: Fraud detection, algorithmic trading, credit scoring.</a:t>
            </a:r>
          </a:p>
          <a:p>
            <a:pPr/>
            <a:r>
              <a:t>Retail: Product recommendations, inventory optimization.</a:t>
            </a:r>
          </a:p>
          <a:p>
            <a:pPr/>
            <a:r>
              <a:t>Transportation: Self-driving cars, route optimization.</a:t>
            </a:r>
          </a:p>
          <a:p>
            <a:pPr/>
            <a:r>
              <a:t>NLP: Language translation (Google Translate), Chatbots (ChatGPT).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A visual collage showing icons representing Healthcare, Finance, Retail, and Transportation connected to a central brain or neural network icon.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Healthcare: Disease diagnosis, drug discovery, personalized medicine.</a:t>
            </a:r>
          </a:p>
          <a:p>
            <a:pPr/>
            <a:r>
              <a:t>Finance: Fraud detection, algorithmic trading, credit scoring.</a:t>
            </a:r>
          </a:p>
          <a:p>
            <a:pPr/>
            <a:r>
              <a:t>Retail: Product recommendations, inventory optimization.</a:t>
            </a:r>
          </a:p>
          <a:p>
            <a:pPr/>
            <a:r>
              <a:t>Transportation: Self-driving cars, route optimization.</a:t>
            </a:r>
          </a:p>
          <a:p>
            <a:pPr/>
            <a:r>
              <a:t>NLP: Language translation (Google Translate), Chatbots (ChatGPT).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A visual collage showing icons representing Healthcare, Finance, Retail, and Transportation connected to a central brain or neural network icon.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Supervised Learning</a:t>
            </a:r>
          </a:p>
          <a:p>
            <a:pPr lvl="1"/>
            <a:r>
              <a:t>Learning with labeled data (Input -&gt; Output). E.g., Spam classification.</a:t>
            </a:r>
          </a:p>
          <a:p>
            <a:pPr/>
            <a:r>
              <a:t>Unsupervised Learning</a:t>
            </a:r>
          </a:p>
          <a:p>
            <a:pPr lvl="1"/>
            <a:r>
              <a:t>Finding hidden patterns in unlabeled data. E.g., Customer segmentation.</a:t>
            </a:r>
          </a:p>
          <a:p>
            <a:pPr/>
            <a:r>
              <a:t>Reinforcement Learning</a:t>
            </a:r>
          </a:p>
          <a:p>
            <a:pPr lvl="1"/>
            <a:r>
              <a:t>Learning through trial and error based on rewards. E.g., Game playing AI (AlphaGo).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Three distinct panels: 1. A teacher guiding a student (Supervised), 2. A person sorting mixed objects into groups (Unsupervised), 3. A robot navigating a maze for a treat (Reinforcement).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t>Data Quality: 'Garbage In, Garbage Out' - Models depend on good data.</a:t>
            </a:r>
          </a:p>
          <a:p>
            <a:pPr/>
            <a:r>
              <a:t>Overfitting/Underfitting: The model memorizes noise or fails to learn patterns.</a:t>
            </a:r>
          </a:p>
          <a:p>
            <a:pPr/>
            <a:r>
              <a:t>Bias and Fairness: AI can inherit biases from training data.</a:t>
            </a:r>
          </a:p>
          <a:p>
            <a:pPr/>
            <a:r>
              <a:t>Explainability (Black Box): Deep learning models are hard to interpret.</a:t>
            </a:r>
          </a:p>
          <a:p>
            <a:pPr/>
            <a:r>
              <a:t>Computational Cost: Training large models is expensive and energy-intensive.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in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i="1">
                <a:solidFill>
                  <a:srgbClr val="646464"/>
                </a:solidFill>
              </a:defRPr>
            </a:pPr>
            <a:r>
              <a:t>[IMAGE SUGGESTION]: An infographic showing a hurdle race where the hurdles are labeled 'Bad Data', 'Bias', 'Complexity', and 'Cost'.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93</Words>
  <Application>Microsoft Office PowerPoint</Application>
  <PresentationFormat>On-screen Show (4:3)</PresentationFormat>
  <Paragraphs>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Course Title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 Pilani presentation</dc:title>
  <dc:creator>Rohit WILP</dc:creator>
  <cp:lastModifiedBy>Ganga Narasimhan</cp:lastModifiedBy>
  <cp:revision>12</cp:revision>
  <dcterms:modified xsi:type="dcterms:W3CDTF">2026-02-02T05:43:44Z</dcterms:modified>
</cp:coreProperties>
</file>