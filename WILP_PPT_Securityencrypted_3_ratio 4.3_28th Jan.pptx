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6"/>
    <p:restoredTop sz="94667"/>
  </p:normalViewPr>
  <p:slideViewPr>
    <p:cSldViewPr snapToGrid="0">
      <p:cViewPr varScale="1">
        <p:scale>
          <a:sx n="70" d="100"/>
          <a:sy n="70" d="100"/>
        </p:scale>
        <p:origin x="1915"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27" name="Rectangle 3"/>
          <p:cNvSpPr/>
          <p:nvPr/>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28" name="Rectangle 4"/>
          <p:cNvSpPr/>
          <p:nvPr/>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29" name="Rectangle 5"/>
          <p:cNvSpPr/>
          <p:nvPr/>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30" name="Picture 10" descr="Picture 10"/>
          <p:cNvPicPr>
            <a:picLocks noChangeAspect="1"/>
          </p:cNvPicPr>
          <p:nvPr/>
        </p:nvPicPr>
        <p:blipFill>
          <a:blip r:embed="rId3"/>
          <a:srcRect t="2" b="28592"/>
          <a:stretch>
            <a:fillRect/>
          </a:stretch>
        </p:blipFill>
        <p:spPr>
          <a:xfrm>
            <a:off x="76200" y="3352800"/>
            <a:ext cx="2057400" cy="1979614"/>
          </a:xfrm>
          <a:prstGeom prst="rect">
            <a:avLst/>
          </a:prstGeom>
          <a:ln w="12700">
            <a:miter lim="400000"/>
          </a:ln>
        </p:spPr>
      </p:pic>
      <p:sp>
        <p:nvSpPr>
          <p:cNvPr id="31" name="TextBox 8"/>
          <p:cNvSpPr txBox="1"/>
          <p:nvPr/>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43" name="Rectangle 2"/>
          <p:cNvSpPr/>
          <p:nvPr/>
        </p:nvSpPr>
        <p:spPr>
          <a:xfrm>
            <a:off x="0" y="4281488"/>
            <a:ext cx="9144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44" name="Picture 8" descr="Picture 8"/>
          <p:cNvPicPr>
            <a:picLocks noChangeAspect="1"/>
          </p:cNvPicPr>
          <p:nvPr/>
        </p:nvPicPr>
        <p:blipFill>
          <a:blip r:embed="rId3"/>
          <a:srcRect t="2677" b="2677"/>
          <a:stretch>
            <a:fillRect/>
          </a:stretch>
        </p:blipFill>
        <p:spPr>
          <a:xfrm>
            <a:off x="6629400" y="0"/>
            <a:ext cx="2193925" cy="692150"/>
          </a:xfrm>
          <a:prstGeom prst="rect">
            <a:avLst/>
          </a:prstGeom>
          <a:ln w="12700">
            <a:miter lim="400000"/>
          </a:ln>
        </p:spPr>
      </p:pic>
      <p:sp>
        <p:nvSpPr>
          <p:cNvPr id="45" name="Rectangle 4"/>
          <p:cNvSpPr/>
          <p:nvPr/>
        </p:nvSpPr>
        <p:spPr>
          <a:xfrm>
            <a:off x="2882900" y="677545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46" name="Rectangle 5"/>
          <p:cNvSpPr/>
          <p:nvPr/>
        </p:nvSpPr>
        <p:spPr>
          <a:xfrm>
            <a:off x="-12700" y="677545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47" name="Rectangle 6"/>
          <p:cNvSpPr/>
          <p:nvPr/>
        </p:nvSpPr>
        <p:spPr>
          <a:xfrm>
            <a:off x="5778500" y="677545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sp>
        <p:nvSpPr>
          <p:cNvPr id="48" name="TextBox 7"/>
          <p:cNvSpPr txBox="1"/>
          <p:nvPr/>
        </p:nvSpPr>
        <p:spPr>
          <a:xfrm>
            <a:off x="6903719" y="7620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t>BITS</a:t>
            </a:r>
            <a:r>
              <a:rPr b="0"/>
              <a:t> Pilani</a:t>
            </a:r>
          </a:p>
        </p:txBody>
      </p:sp>
      <p:sp>
        <p:nvSpPr>
          <p:cNvPr id="50" name="Body Level One…"/>
          <p:cNvSpPr txBox="1">
            <a:spLocks noGrp="1"/>
          </p:cNvSpPr>
          <p:nvPr>
            <p:ph type="body" sz="half" idx="1"/>
          </p:nvPr>
        </p:nvSpPr>
        <p:spPr>
          <a:xfrm>
            <a:off x="304800" y="4648200"/>
            <a:ext cx="84582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63D8738E-0221-4D62-B029-49DE045C1179}"/>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6FB9BF06-D4F4-462B-8CAF-F7AA8C4CBC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E7369A73-8C94-4131-B664-BDA73406BE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40D2137-4506-475E-BDBD-01C8F9AB32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26" name="Graphic 25">
              <a:extLst>
                <a:ext uri="{FF2B5EF4-FFF2-40B4-BE49-F238E27FC236}">
                  <a16:creationId xmlns:a16="http://schemas.microsoft.com/office/drawing/2014/main" id="{C9477889-6CB3-410D-8BC9-E4C3C618592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27" name="Graphic 26">
              <a:extLst>
                <a:ext uri="{FF2B5EF4-FFF2-40B4-BE49-F238E27FC236}">
                  <a16:creationId xmlns:a16="http://schemas.microsoft.com/office/drawing/2014/main" id="{5359F3D2-27DE-4C2B-9063-2466CC0C13C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a16="http://schemas.microsoft.com/office/drawing/2014/main" id="{9E9826F6-77EC-4995-BFD7-0318A680BA1A}"/>
                </a:ext>
              </a:extLst>
            </p:cNvPr>
            <p:cNvGrpSpPr/>
            <p:nvPr userDrawn="1"/>
          </p:nvGrpSpPr>
          <p:grpSpPr>
            <a:xfrm>
              <a:off x="0" y="0"/>
              <a:ext cx="9144001" cy="6857673"/>
              <a:chOff x="0" y="0"/>
              <a:chExt cx="9144001" cy="6857673"/>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9" name="Graphic 28">
              <a:extLst>
                <a:ext uri="{FF2B5EF4-FFF2-40B4-BE49-F238E27FC236}">
                  <a16:creationId xmlns:a16="http://schemas.microsoft.com/office/drawing/2014/main" id="{8C31F058-777D-4D47-AD29-CC17547B026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FD8716B-A31C-47B4-A0C5-7548CDD430C6}"/>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5680844E-99C5-4EC4-B180-E92A11973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DF246C4-7681-40D2-BD7F-05D1FC48F1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1C3A5CD5-E5A4-4ACE-A91A-27B1E844C52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9469C547-61A0-45EB-B6FA-25B60785AF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217C0F69-5C4A-46A1-81DF-1368943C85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5F7D3B5F-9C84-4CDD-ADC5-1C7AEA7FFA30}"/>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70822080-A35E-497B-A345-0B4F6B3CEC34}"/>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5FF49B6-322B-45EA-ADB7-89C68BCD8C5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5201B7A3-E0CF-49C7-BCF5-6D53993FB45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3C6F3F4-5751-43BB-8C7D-E213EC59F5AA}"/>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3100B7FA-AEEE-4B3E-BF82-561149B2BC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CA1F78BE-6A45-4BEE-B3D7-5B27F29777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4F972F80-0475-4E37-81F3-DF25FE0B49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0C8BCD8D-488C-4254-8236-C54B886306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2EDFD120-14DA-495A-8AED-AED69AF682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B2740D71-E14A-4547-9EF5-592B9A01A999}"/>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E9AFB7EB-F4A0-4F61-B3FC-95170197BC5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0A56C53E-F093-4235-B0C3-8FDF84D95BFF}"/>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B0F0EE30-1431-48B8-8A47-F3CED9AB292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D5745CB-06AA-4B81-957F-FB40813E1114}"/>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9CF6619D-D89D-4695-84F2-4D14B9CE5C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F684C8C-B74B-40AF-ABA0-D1634725725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347B43F-FF3F-4A48-9060-6D5ED0C6A5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E002E591-4F7B-48A9-9F72-9E4DE09C2B3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09B02342-AE14-4FD7-923C-6D9B53B916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12F6725C-53D2-4236-87F9-62DF3413A481}"/>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D53E0125-E6C8-4170-8576-A8B945924E84}"/>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BF71A74-AAB4-4ED8-9AC1-98341ED06B55}"/>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AF9A04AC-78E1-4BBC-9A65-F9118363579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91D93-81E9-4E44-BA3B-BFC4DB61B9B1}"/>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A03074E5-C395-4142-B82C-55575CC375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5043B723-FDC1-4C80-B36E-65A0302A4A6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5DB4FDD8-D8D7-4A39-973E-FF204CF26F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276FF869-530C-4BCB-92FE-054992EB10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D919A7FA-FDD4-4C10-97CC-BCD6F27C1D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CCCFF274-1225-4563-806D-A565D4704B4E}"/>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F4752845-A425-4626-8999-478B6153E307}"/>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E2DF6F5B-D493-4810-B293-745C2BA1A0FC}"/>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09623608-3D09-45A2-8F67-52AC08DC493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600200"/>
            <a:ext cx="5111750"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199" y="1600200"/>
            <a:ext cx="3008315" cy="4525963"/>
          </a:xfrm>
          <a:prstGeom prst="rect">
            <a:avLst/>
          </a:prstGeom>
        </p:spPr>
        <p:txBody>
          <a:bodyPr>
            <a:normAutofit/>
          </a:body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635ADB2-6EA8-4BAD-8DAD-0182A2D9B5D3}"/>
              </a:ext>
            </a:extLst>
          </p:cNvPr>
          <p:cNvGrpSpPr/>
          <p:nvPr userDrawn="1"/>
        </p:nvGrpSpPr>
        <p:grpSpPr>
          <a:xfrm>
            <a:off x="-59470" y="-641099"/>
            <a:ext cx="9267429" cy="8253818"/>
            <a:chOff x="-59470" y="-641099"/>
            <a:chExt cx="9267429" cy="8253818"/>
          </a:xfrm>
        </p:grpSpPr>
        <p:pic>
          <p:nvPicPr>
            <p:cNvPr id="77" name="Graphic 76">
              <a:extLst>
                <a:ext uri="{FF2B5EF4-FFF2-40B4-BE49-F238E27FC236}">
                  <a16:creationId xmlns:a16="http://schemas.microsoft.com/office/drawing/2014/main" id="{A2BB439D-C20C-4C61-883B-5D07B84E6E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id="{A2344A81-D7C5-4E75-BD95-2C31857749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id="{493B14BD-1E4B-4DAF-8B9A-008ACC84DB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id="{1017A1EE-D786-4AD9-8114-7031497F17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id="{5EB74B49-6A5D-4E90-A8EF-F1A27B22DD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id="{80B25D4E-B9E2-4A64-A8A8-6B92913B4C6C}"/>
                </a:ext>
              </a:extLst>
            </p:cNvPr>
            <p:cNvGrpSpPr/>
            <p:nvPr userDrawn="1"/>
          </p:nvGrpSpPr>
          <p:grpSpPr>
            <a:xfrm>
              <a:off x="0" y="0"/>
              <a:ext cx="9144001" cy="6857673"/>
              <a:chOff x="0" y="0"/>
              <a:chExt cx="9144001" cy="6857673"/>
            </a:xfrm>
          </p:grpSpPr>
          <p:grpSp>
            <p:nvGrpSpPr>
              <p:cNvPr id="84" name="Group 6">
                <a:extLst>
                  <a:ext uri="{FF2B5EF4-FFF2-40B4-BE49-F238E27FC236}">
                    <a16:creationId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2" name="Rectangle 7">
                  <a:extLst>
                    <a:ext uri="{FF2B5EF4-FFF2-40B4-BE49-F238E27FC236}">
                      <a16:creationId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3" name="Rectangle 8">
                  <a:extLst>
                    <a:ext uri="{FF2B5EF4-FFF2-40B4-BE49-F238E27FC236}">
                      <a16:creationId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85" name="Group 10">
                <a:extLst>
                  <a:ext uri="{FF2B5EF4-FFF2-40B4-BE49-F238E27FC236}">
                    <a16:creationId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9" name="Rectangle 11">
                  <a:extLst>
                    <a:ext uri="{FF2B5EF4-FFF2-40B4-BE49-F238E27FC236}">
                      <a16:creationId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0" name="Rectangle 12">
                  <a:extLst>
                    <a:ext uri="{FF2B5EF4-FFF2-40B4-BE49-F238E27FC236}">
                      <a16:creationId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86" name="Picture 14" descr="Picture 14">
                <a:extLst>
                  <a:ext uri="{FF2B5EF4-FFF2-40B4-BE49-F238E27FC236}">
                    <a16:creationId xmlns:a16="http://schemas.microsoft.com/office/drawing/2014/main" id="{F8C276B3-EE15-4980-9AC5-AF2F16814A5D}"/>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id="{D133DA9B-065F-4040-94C1-D75BBB8A8147}"/>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83" name="Graphic 82">
              <a:extLst>
                <a:ext uri="{FF2B5EF4-FFF2-40B4-BE49-F238E27FC236}">
                  <a16:creationId xmlns:a16="http://schemas.microsoft.com/office/drawing/2014/main" id="{DD930F25-DAB1-4FE7-A1F6-75A37FD151B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83BBAD0-43A5-4D32-8FC9-062F956D4D42}"/>
              </a:ext>
            </a:extLst>
          </p:cNvPr>
          <p:cNvGrpSpPr/>
          <p:nvPr userDrawn="1"/>
        </p:nvGrpSpPr>
        <p:grpSpPr>
          <a:xfrm>
            <a:off x="-59470" y="-641099"/>
            <a:ext cx="9267429" cy="8253818"/>
            <a:chOff x="-59470" y="-641099"/>
            <a:chExt cx="9267429" cy="8253818"/>
          </a:xfrm>
        </p:grpSpPr>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id="{1C9D4848-2B9E-4B8D-B630-AD31B35203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id="{635F0174-0096-461B-8212-566B0011E8D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itle 4"/>
          <p:cNvSpPr txBox="1">
            <a:spLocks noGrp="1"/>
          </p:cNvSpPr>
          <p:nvPr>
            <p:ph type="title"/>
          </p:nvPr>
        </p:nvSpPr>
        <p:spPr>
          <a:prstGeom prst="rect">
            <a:avLst/>
          </a:prstGeom>
        </p:spPr>
        <p:txBody>
          <a:bodyPr/>
          <a:lstStyle>
            <a:lvl1pPr>
              <a:defRPr spc="-200"/>
            </a:lvl1pPr>
          </a:lstStyle>
          <a:p>
            <a:pPr algn="r"/>
            <a:r>
              <a:rPr lang="en-US" dirty="0"/>
              <a:t>Course Title</a:t>
            </a:r>
            <a:endParaRPr dirty="0"/>
          </a:p>
        </p:txBody>
      </p:sp>
      <p:sp>
        <p:nvSpPr>
          <p:cNvPr id="351" name="Content Placeholder 5"/>
          <p:cNvSpPr txBox="1">
            <a:spLocks noGrp="1"/>
          </p:cNvSpPr>
          <p:nvPr>
            <p:ph type="body" sz="quarter" idx="1"/>
          </p:nvPr>
        </p:nvSpPr>
        <p:spPr>
          <a:prstGeom prst="rect">
            <a:avLst/>
          </a:prstGeom>
        </p:spPr>
        <p:txBody>
          <a:bodyPr/>
          <a:lstStyle/>
          <a:p>
            <a:pPr defTabSz="886968">
              <a:lnSpc>
                <a:spcPts val="1700"/>
              </a:lnSpc>
              <a:defRPr sz="1746"/>
            </a:pPr>
            <a:r>
              <a:t>Faculty Name</a:t>
            </a:r>
          </a:p>
          <a:p>
            <a:pPr defTabSz="886968">
              <a:lnSpc>
                <a:spcPts val="1700"/>
              </a:lnSpc>
              <a:defRPr sz="1746"/>
            </a:pPr>
            <a:r>
              <a:t>Faculty Department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p:cNvSpPr txBox="1">
            <a:spLocks noGrp="1"/>
          </p:cNvSpPr>
          <p:nvPr>
            <p:ph type="body" sz="half" idx="1"/>
          </p:nvPr>
        </p:nvSpPr>
        <p:spPr>
          <a:prstGeom prst="rect">
            <a:avLst/>
          </a:prstGeom>
        </p:spPr>
        <p:txBody>
          <a:bodyPr/>
          <a:lstStyle/>
          <a:p>
            <a:pPr>
              <a:defRPr spc="-200"/>
            </a:pPr>
            <a:r>
              <a:t>&lt;Course Number, Course Title&gt;</a:t>
            </a:r>
          </a:p>
          <a:p>
            <a:pPr>
              <a:defRPr spc="-200"/>
            </a:pPr>
            <a:r>
              <a:t>Lecture No.</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Content Placeholder 2"/>
          <p:cNvSpPr txBox="1">
            <a:spLocks noGrp="1"/>
          </p:cNvSpPr>
          <p:nvPr>
            <p:ph type="body" idx="1"/>
          </p:nvPr>
        </p:nvSpPr>
        <p:spPr>
          <a:xfrm>
            <a:off x="304800" y="1493837"/>
            <a:ext cx="8229600" cy="4525964"/>
          </a:xfrm>
          <a:prstGeom prst="rect">
            <a:avLst/>
          </a:prstGeom>
        </p:spPr>
        <p:txBody>
          <a:bodyPr anchor="t"/>
          <a:lstStyle>
            <a:lvl1pPr indent="-342900">
              <a:lnSpc>
                <a:spcPct val="100000"/>
              </a:lnSpc>
              <a:spcBef>
                <a:spcPts val="500"/>
              </a:spcBef>
              <a:defRPr sz="2400" b="0" spc="0">
                <a:latin typeface="Open Sans"/>
                <a:ea typeface="Open Sans"/>
                <a:cs typeface="Open Sans"/>
                <a:sym typeface="Open Sans"/>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356" name="Content Placeholder 4"/>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t>TEST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912884"/>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55</TotalTime>
  <Words>93</Words>
  <Application>Microsoft Office PowerPoint</Application>
  <PresentationFormat>On-screen Show (4:3)</PresentationFormat>
  <Paragraphs>7</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Course Title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Ganga Narasimhan</cp:lastModifiedBy>
  <cp:revision>12</cp:revision>
  <dcterms:modified xsi:type="dcterms:W3CDTF">2026-02-02T05:43:44Z</dcterms:modified>
</cp:coreProperties>
</file>